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智能涌现：Agent 从概念验证走向规模落地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AI 产业进入做事时代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96D6"/>
                </a:solidFill>
              </a:defRPr>
            </a:pPr>
            <a:r>
              <a:t>"从'能聊'到'能做'的分水岭已经跨过，Agent 是载体"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3474720" cy="3200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🔵 产品已落地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603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2024.3 Devin — 编程Agent</a:t>
            </a:r>
            <a:br/>
            <a:r>
              <a:t>2025.1 Operator → Agent Mode</a:t>
            </a:r>
            <a:br/>
            <a:r>
              <a:t>2025.3 Manus — 通用Agent</a:t>
            </a:r>
            <a:br/>
            <a:r>
              <a:t>2025.7 ChatGPT Agent Mode</a:t>
            </a:r>
            <a:br/>
            <a:r>
              <a:t>2025.10 Claude Computer Use GA</a:t>
            </a:r>
            <a:br/>
            <a:br/>
            <a:r>
              <a:t>→ 节奏在加快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103120"/>
            <a:ext cx="3474720" cy="3200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🟢 开源正在引爆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5603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Claude Code 代码泄露事件</a:t>
            </a:r>
            <a:br/>
            <a:r>
              <a:t>(2026.3 npm sourcemap暴露51万行)</a:t>
            </a:r>
            <a:br/>
            <a:br/>
            <a:r>
              <a:t>OpenClaw 一天10万星</a:t>
            </a:r>
            <a:br/>
            <a:r>
              <a:t>总计24.7万GitHub星</a:t>
            </a:r>
            <a:br/>
            <a:r>
              <a:t>集成20+平台</a:t>
            </a:r>
            <a:br/>
            <a:br/>
            <a:r>
              <a:t>开源小模型追平大模型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2103120"/>
            <a:ext cx="3474720" cy="3200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🟠 巨头真金白银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5603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Anthropic 讨论年投$1B+</a:t>
            </a:r>
            <a:br/>
            <a:r>
              <a:t>采购RL环境</a:t>
            </a:r>
            <a:br/>
            <a:br/>
            <a:r>
              <a:t>OpenAI RFT 对o4-mini</a:t>
            </a:r>
            <a:br/>
            <a:r>
              <a:t>公开发布 (2025.5)</a:t>
            </a:r>
            <a:br/>
            <a:br/>
            <a:r>
              <a:t>Google Gemini 2.5整合</a:t>
            </a:r>
            <a:br/>
            <a:r>
              <a:t>Agent RL训练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产品从早期探索走向成熟，开源用脚投票，巨头用真金白银下注 → Agent 时代已来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不可替代：从 SFT 到 Agentic RL，Agent 能力提升的关键路径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80160"/>
            <a:ext cx="3200400" cy="2286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第一阶段 SFT/RLHF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737360"/>
            <a:ext cx="2926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模型：GPT-4, Llama-2-Chat</a:t>
            </a:r>
            <a:br/>
            <a:r>
              <a:t>算力：&lt;5%  场景：3-5种</a:t>
            </a:r>
            <a:br/>
            <a:br/>
            <a:r>
              <a:t>✗ 天花板：状态空间大</a:t>
            </a:r>
            <a:br/>
            <a:r>
              <a:t>  演示覆盖不了</a:t>
            </a:r>
            <a:br/>
            <a:r>
              <a:t>  能教模仿不能教决策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6D6"/>
                </a:solidFill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80160"/>
            <a:ext cx="3200400" cy="2286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第二阶段 DPO/KTO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737360"/>
            <a:ext cx="2926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模型：Llama3.3, Qwen-2.5</a:t>
            </a:r>
            <a:br/>
            <a:r>
              <a:t>算力：5-15%  场景：5-10种</a:t>
            </a:r>
            <a:br/>
            <a:br/>
            <a:r>
              <a:t>✗ 天花板：奖励来自</a:t>
            </a:r>
            <a:br/>
            <a:r>
              <a:t>  环境不来自偏好</a:t>
            </a:r>
            <a:br/>
            <a:r>
              <a:t>  能教对齐不能教交互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6D6"/>
                </a:solidFill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1280160"/>
            <a:ext cx="3931920" cy="2286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第三阶段 Agentic RL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73736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模型：GPT-5.4, Claude Opus 4.6</a:t>
            </a:r>
            <a:br/>
            <a:r>
              <a:t>算力：40%+  场景：50+种</a:t>
            </a:r>
            <a:br/>
            <a:br/>
            <a:r>
              <a:t>✓ 不可替代的关键环节</a:t>
            </a:r>
            <a:br/>
            <a:r>
              <a:t>  环境反馈, 覆盖无限态</a:t>
            </a:r>
            <a:br/>
            <a:r>
              <a:t>  从错误中学习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</a:defRPr>
            </a:pPr>
            <a:r>
              <a:t>Harness的能力图，就是未来模型后训练的负载 — Agent必须在做事中学会做事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572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能力飞轮 + 巨头验证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937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模型更强 → 在环境中做事(Harness) → 产生交互轨迹 → 得到环境反馈 → 更新模型参数 → 模型更强</a:t>
            </a:r>
            <a:br/>
            <a:br/>
            <a:r>
              <a:t>Anthropic投环境($1B+)  |  OpenAI开放grader(RFT)  |  Google全流程RL(Gemini 2.5)  |  Cursor用RL自研模型超Opus 4.6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Agentic RL后训练 = Agent能力提升的不可替代路径 → 但直接把LLM RL搬到Agent会结构性失配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范式跃迁：七维变化 → R3×三层 → 六挑战+横切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502920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七维对比（LLM RL → Agentic RL）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64592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🔵组A（算力+循环）→ Reply</a:t>
            </a:r>
            <a:br/>
            <a:r>
              <a:t>  算力：训练为主 → 推理90%+</a:t>
            </a:r>
            <a:br/>
            <a:r>
              <a:t>  循环：开环 → 闭环(分钟级Episode)</a:t>
            </a:r>
            <a:br/>
            <a:br/>
            <a:r>
              <a:t>🟢组B（环境+数据+上下文）→ Routing</a:t>
            </a:r>
            <a:br/>
            <a:r>
              <a:t>  环境：无 → 真实(sandbox/浏览器)</a:t>
            </a:r>
            <a:br/>
            <a:r>
              <a:t>  数据：标注 → 在线轨迹</a:t>
            </a:r>
            <a:br/>
            <a:r>
              <a:t>  上下文：短 → M级长程</a:t>
            </a:r>
            <a:br/>
            <a:br/>
            <a:r>
              <a:t>🟠组C（奖励+探索）→ Record</a:t>
            </a:r>
            <a:br/>
            <a:r>
              <a:t>  奖励：人评 → 环境验证</a:t>
            </a:r>
            <a:br/>
            <a:r>
              <a:t>  探索：KL约束 → 大探索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5943600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6440" y="1280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🔵 Reply（算法层）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64592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C1 策略时效性 — 策略版本差&gt;4步训练发散</a:t>
            </a:r>
            <a:br/>
            <a:r>
              <a:t>C4 奖励与归因 — 84%算力浪费在非关键步骤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2560320"/>
            <a:ext cx="5943600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26517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🟢 Routing（框架层）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301752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C2 采集吞吐 — 单Agent KV Cache数GB，千并发撑爆显存</a:t>
            </a:r>
            <a:br/>
            <a:r>
              <a:t>C3 推理效率 — 70B模型不量化单卡放不下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3931920"/>
            <a:ext cx="5943600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402335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🟠 Record（基础设施层）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438912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C6 环境保真 — sandbox偏差导致训练信号失真</a:t>
            </a:r>
            <a:br/>
            <a:r>
              <a:t>C7 工程可达 — 算法2-4周迭代，算子适配3-6个月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53035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⚪ 横切 C5 数值可信 — 穿透R3全流程，RL对数值噪声极敏感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6挑战+1横切沿R3数据流 Reply→Routing→Record 穿透三层架构 → P4展开全栈需求传导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Agent RL后训练的全栈需求传导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R3 × 三层架构 × 8项技术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1612880" cy="2011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280160"/>
            <a:ext cx="113385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挑战 → 栈层 → 新要求 → 技术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645920"/>
            <a:ext cx="1133855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🔵 Reply（算法层）  C1策略时效+C4奖励归因 → off-policy修正+step-level归因 → Decoupled PPO | DAPO+CISPO | Cursor+Meta SSR</a:t>
            </a:r>
            <a:br/>
            <a:br/>
            <a:r>
              <a:t>🟢 Routing（框架层）C2采集吞吐+C3推理效率 → KV-aware路由+量化分离 → ProRL Agent | Dynamo | LMCache | Mooncake</a:t>
            </a:r>
            <a:br/>
            <a:br/>
            <a:r>
              <a:t>🟠 Record（基础设施）C6环境保真+C7工程可达 → sandbox保真+算子适配 → Forge + ⚠️行业空白</a:t>
            </a:r>
            <a:br/>
            <a:br/>
            <a:r>
              <a:t>⚪ 横切C5 数值可信 — 穿透R3全流程，每层都须守住精度底线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474720"/>
            <a:ext cx="3657600" cy="23774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35661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🔵 算法层（Reply）— 3项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Decoupled PPO</a:t>
            </a:r>
            <a:br/>
            <a:r>
              <a:t>  actor-learner分离+V-trace</a:t>
            </a:r>
            <a:br/>
            <a:br/>
            <a:r>
              <a:t>DAPO+CISPO</a:t>
            </a:r>
            <a:br/>
            <a:r>
              <a:t>  工业级异步RL(ByteDance+MiniMax)</a:t>
            </a:r>
            <a:br/>
            <a:br/>
            <a:r>
              <a:t>Cursor实时RL + Meta SSR</a:t>
            </a:r>
            <a:br/>
            <a:r>
              <a:t>  闭环训练实践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3474720"/>
            <a:ext cx="3840480" cy="23774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35661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🟢 框架层（Routing）— 4项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931920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ProRL Agent (NVIDIA)</a:t>
            </a:r>
            <a:br/>
            <a:r>
              <a:t>  Rollout-as-a-Service</a:t>
            </a:r>
            <a:br/>
            <a:br/>
            <a:r>
              <a:t>Dynamo (NVIDIA)</a:t>
            </a:r>
            <a:br/>
            <a:r>
              <a:t>  KV-aware弹性路由</a:t>
            </a:r>
            <a:br/>
            <a:br/>
            <a:r>
              <a:t>LMCache — KV Cache跨节点共享</a:t>
            </a:r>
            <a:br/>
            <a:br/>
            <a:r>
              <a:t>Mooncake (月之暗面)</a:t>
            </a:r>
            <a:br/>
            <a:r>
              <a:t>  prefill-decode分离+KV池化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474720"/>
            <a:ext cx="3657600" cy="23774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5661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🟠 基础设施层（Record）— 1+空白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Forge分层设计 (MiniMax)</a:t>
            </a:r>
            <a:br/>
            <a:r>
              <a:t>  Agent-环境解耦框架</a:t>
            </a:r>
            <a:br/>
            <a:br/>
            <a:r>
              <a:t>⚠️ 行业空白</a:t>
            </a:r>
            <a:br/>
            <a:r>
              <a:t>  基础设施层技术供给不足</a:t>
            </a:r>
            <a:br/>
            <a:r>
              <a:t>  精度/算子/框架 = 我们的机会</a:t>
            </a:r>
            <a:br/>
            <a:r>
              <a:t>  → 见P15我们的定位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Agent RL后训练不只是调算法，是全栈问题 — 空白处恰恰是我们的机会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Reply环节：策略时效性与奖励归因（C1+C4）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异步训练的核心张力：吞吐量与数据新鲜度不可兼得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Decoupled PPO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Off-Policy基础层</a:t>
            </a:r>
            <a:br/>
            <a:r>
              <a:t>actor-learner分离</a:t>
            </a:r>
            <a:br/>
            <a:r>
              <a:t>V-trace IS修正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DAPO+CISPO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工业级RL算法层</a:t>
            </a:r>
            <a:br/>
            <a:r>
              <a:t>ByteDance+MiniMax</a:t>
            </a:r>
            <a:br/>
            <a:r>
              <a:t>比标准PPO快2x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Cursor+Meta SSR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闭环训练实践层</a:t>
            </a:r>
            <a:br/>
            <a:r>
              <a:t>5小时端到端</a:t>
            </a:r>
            <a:br/>
            <a:r>
              <a:t>零标注自博弈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Reply环节小结：Decoupled PPO做基础 → DAPO+CISPO做改进 → Cursor+Meta做实践验证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Decoupled PPO：异步RL的基础架构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没有actor-learner分离，DAPO和CISPO都跑不起来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040"/>
                </a:solidFill>
              </a:defRPr>
            </a:pPr>
            <a:r>
              <a:t>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异步架构下rollout数据天然off-policy</a:t>
            </a:r>
            <a:br/>
            <a:r>
              <a:t>importance ratio失真</a:t>
            </a:r>
            <a:br/>
            <a:r>
              <a:t>策略版本差&gt;4步训练发散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Actor-Learner物理分离</a:t>
            </a:r>
            <a:br/>
            <a:r>
              <a:t>V-trace截断重要性采样修正</a:t>
            </a:r>
            <a:br/>
            <a:r>
              <a:t>Importance weight裁剪</a:t>
            </a:r>
            <a:br/>
            <a:r>
              <a:t>所有异步RL的基础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启示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NPU的RL kernel需支持</a:t>
            </a:r>
            <a:br/>
            <a:r>
              <a:t>off-policy IW计算</a:t>
            </a:r>
            <a:br/>
            <a:r>
              <a:t>V-trace修正算子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DAPO+CISPO：工业级异步RL算法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ByteDance Seed + MiniMax — 开源事实标准+超长horizon加速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DAPO (ByteDance)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四大技术：Clip-Higher</a:t>
            </a:r>
            <a:br/>
            <a:r>
              <a:t>Dynamic Sampling</a:t>
            </a:r>
            <a:br/>
            <a:r>
              <a:t>Token-level Loss</a:t>
            </a:r>
            <a:br/>
            <a:r>
              <a:t>Overlong Shaping</a:t>
            </a:r>
            <a:br/>
            <a:r>
              <a:t>→ Qwen2.5-32B AIME 50%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CISPO (MiniMax)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IS权重裁剪</a:t>
            </a:r>
            <a:br/>
            <a:r>
              <a:t>200K上下文验证</a:t>
            </a:r>
            <a:br/>
            <a:r>
              <a:t>比DAPO快2x</a:t>
            </a:r>
            <a:br/>
            <a:r>
              <a:t>→ M2.5 SWE-Bench 80.2%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并列互补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DAPO=异步训练稳定性</a:t>
            </a:r>
            <a:br/>
            <a:r>
              <a:t>CISPO=长horizon加速</a:t>
            </a:r>
            <a:br/>
            <a:r>
              <a:t>两者并列互补非从属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Cursor实时RL + Meta Self-Play SWE-RL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工业级闭环训练：5小时端到端 + 零标注自博弈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Cursor Composer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在production harness中RL训练</a:t>
            </a:r>
            <a:br/>
            <a:r>
              <a:t>self-summarization 200K→1K</a:t>
            </a:r>
            <a:br/>
            <a:r>
              <a:t>compaction error降50%</a:t>
            </a:r>
            <a:br/>
            <a:r>
              <a:t>5小时端到端闭环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Meta SSR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零人工标注</a:t>
            </a:r>
            <a:br/>
            <a:r>
              <a:t>自博弈+环境验证</a:t>
            </a:r>
            <a:br/>
            <a:r>
              <a:t>ICLR 2026</a:t>
            </a:r>
            <a:br/>
            <a:r>
              <a:t>SWE-Bench显著提升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启示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Agent RL的评估信号</a:t>
            </a:r>
            <a:br/>
            <a:r>
              <a:t>来自环境闭环</a:t>
            </a:r>
            <a:br/>
            <a:r>
              <a:t>不需要人工标注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Routing环节：采集吞吐与推理效率（C2+C3）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推理侧从[无状态处理器]变成[有状态会话管理器]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ProRL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NVIDIA</a:t>
            </a:r>
            <a:br/>
            <a:r>
              <a:t>Rollout-as-a-Service</a:t>
            </a:r>
            <a:br/>
            <a:r>
              <a:t>训推完全解耦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Dynamo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NVIDIA</a:t>
            </a:r>
            <a:br/>
            <a:r>
              <a:t>KV-aware路由</a:t>
            </a:r>
            <a:br/>
            <a:r>
              <a:t>30x吞吐提升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LMCache+Mooncake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KV Cache跨节点共享</a:t>
            </a:r>
            <a:br/>
            <a:r>
              <a:t>prefill-decode分离</a:t>
            </a:r>
            <a:br/>
            <a:r>
              <a:t>月之暗面生产部署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Routing环节：推理集群必须从无状态升级为有状态——KV感知是核心能力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ProRL Agent：Rollout-as-a-Service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NVIDIA终结耦合式Agent RL — rollout生命周期独立为HTTP服务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040"/>
                </a:solidFill>
              </a:defRPr>
            </a:pPr>
            <a:r>
              <a:t>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Rollout和Trainer耦合</a:t>
            </a:r>
            <a:br/>
            <a:r>
              <a:t>环境I/O阻塞GPU训练</a:t>
            </a:r>
            <a:br/>
            <a:r>
              <a:t>工具调用延迟不确定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Rollout独立为HTTP服务</a:t>
            </a:r>
            <a:br/>
            <a:r>
              <a:t>Token-in/token-out一致性</a:t>
            </a:r>
            <a:br/>
            <a:r>
              <a:t>SWE-Bench 9.6%→18.0%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启示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NPU推理引擎需支持</a:t>
            </a:r>
            <a:br/>
            <a:r>
              <a:t>Rollout服务化部署</a:t>
            </a:r>
            <a:br/>
            <a:r>
              <a:t>vllm-ascend技术栈复用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NVIDIA Dynamo：KV感知路由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让请求去已有缓存的节点 — 推理调度从[哪个空闲]变成[哪个有我的KV]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040"/>
                </a:solidFill>
              </a:defRPr>
            </a:pPr>
            <a:r>
              <a:t>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标准负载均衡不知道</a:t>
            </a:r>
            <a:br/>
            <a:r>
              <a:t>哪个节点有哪段KV cache</a:t>
            </a:r>
            <a:br/>
            <a:r>
              <a:t>导致重复Prefill计算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Radix Tree追踪全集群KV分布</a:t>
            </a:r>
            <a:br/>
            <a:r>
              <a:t>NIXL点对点KV传输库</a:t>
            </a:r>
            <a:br/>
            <a:r>
              <a:t>多层级内存管理</a:t>
            </a:r>
            <a:br/>
            <a:r>
              <a:t>Prefill-Decode分离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启示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NPU推理引擎需支持</a:t>
            </a:r>
            <a:br/>
            <a:r>
              <a:t>KV cache元数据暴露</a:t>
            </a:r>
            <a:br/>
            <a:r>
              <a:t>和跨节点迁移能力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LMCache：KV Cache跨引擎P2P共享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KV cache不应是引擎私有资源，而应是集群级的共享池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040"/>
                </a:solidFill>
              </a:defRPr>
            </a:pPr>
            <a:r>
              <a:t>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每个推理引擎独立维护KV</a:t>
            </a:r>
            <a:br/>
            <a:r>
              <a:t>同一prefix被多引擎重复计算</a:t>
            </a:r>
            <a:br/>
            <a:r>
              <a:t>Agent场景95%+ context可复用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P2P共享：引擎间直接传输KV</a:t>
            </a:r>
            <a:br/>
            <a:r>
              <a:t>Cache Offloading多级卸载</a:t>
            </a:r>
            <a:br/>
            <a:r>
              <a:t>标准化KV存取API</a:t>
            </a:r>
            <a:br/>
            <a:r>
              <a:t>实测：15x吞吐提升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启示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NPU推理软件栈需支持</a:t>
            </a:r>
            <a:br/>
            <a:r>
              <a:t>标准化KV cache存取接口</a:t>
            </a:r>
            <a:br/>
            <a:r>
              <a:t>和高效跨节点传输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Mooncake：KV Cache分离架构的生产级实践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月之暗面已部署 — RDMA+分布式KV Store实现prefill-decode分离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040"/>
                </a:solidFill>
              </a:defRPr>
            </a:pPr>
            <a:r>
              <a:t>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大规模场景NIC成为</a:t>
            </a:r>
            <a:br/>
            <a:r>
              <a:t>KV传输瓶颈</a:t>
            </a:r>
            <a:br/>
            <a:r>
              <a:t>disaggregated serving中</a:t>
            </a:r>
            <a:br/>
            <a:r>
              <a:t>KV传输占TTFT大头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KVCache-centric架构</a:t>
            </a:r>
            <a:br/>
            <a:r>
              <a:t>RDMA+分布式KV Store</a:t>
            </a:r>
            <a:br/>
            <a:r>
              <a:t>prefill-decode物理分离</a:t>
            </a:r>
            <a:br/>
            <a:r>
              <a:t>千卡规模生产部署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启示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NPU互联架构(HCCS)</a:t>
            </a:r>
            <a:br/>
            <a:r>
              <a:t>天然适合做KV cache</a:t>
            </a:r>
            <a:br/>
            <a:r>
              <a:t>跨节点共享</a:t>
            </a:r>
            <a:br/>
            <a:r>
              <a:t>是硬件差异化机会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Record环节：环境保真与工程可达（C6+C7）+ 行业空白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基础设施层是业界投入最薄弱的环节 — 也是我们的机会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Forge (MiniMax)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Agent-环境解耦框架</a:t>
            </a:r>
            <a:br/>
            <a:r>
              <a:t>200K上下文支持</a:t>
            </a:r>
            <a:br/>
            <a:r>
              <a:t>百万级日吞吐</a:t>
            </a:r>
            <a:br/>
            <a:r>
              <a:t>40x训练加速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040"/>
                </a:solidFill>
              </a:defRPr>
            </a:pPr>
            <a:r>
              <a:t>⚠️ 行业空白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精度/算子/框架层</a:t>
            </a:r>
            <a:br/>
            <a:r>
              <a:t>业界技术供给不足</a:t>
            </a:r>
            <a:br/>
            <a:br/>
            <a:r>
              <a:t>→ 这正是我们</a:t>
            </a:r>
            <a:br/>
            <a:r>
              <a:t>   应该投入的方向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我们的定位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Ascend精度基线</a:t>
            </a:r>
            <a:br/>
            <a:r>
              <a:t>算子自动生成</a:t>
            </a:r>
            <a:br/>
            <a:r>
              <a:t>RL框架易用性</a:t>
            </a:r>
            <a:br/>
            <a:r>
              <a:t>算子扫描验证</a:t>
            </a:r>
            <a:br/>
            <a:r>
              <a:t>→ 见P15详细布局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Record环节的行业空白 = 我们的战略机会 → P15展开我们的全栈布局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全栈协同：Agentic RL 对 NPU 基础设施提出的新要求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D6"/>
                </a:solidFill>
              </a:defRPr>
            </a:pPr>
            <a:r>
              <a:t>Agentic RL 的六大挑战，没有一个能靠单点解决。全栈协同 = 我们[帮客户开箱即用]的价值锚点。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011680"/>
            <a:ext cx="3657600" cy="2743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🔵 行动方向 ① Reply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246888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对应挑战：C1+C4</a:t>
            </a:r>
            <a:br/>
            <a:r>
              <a:t>策略时效性+奖励归因</a:t>
            </a:r>
            <a:br/>
            <a:br/>
            <a:r>
              <a:t>关键能力：</a:t>
            </a:r>
            <a:br/>
            <a:r>
              <a:t>· 异步训练调度</a:t>
            </a:r>
            <a:br/>
            <a:r>
              <a:t>· 跨节点通信优化</a:t>
            </a:r>
            <a:br/>
            <a:r>
              <a:t>· Off-policy IS修正</a:t>
            </a:r>
            <a:br/>
            <a:br/>
            <a:r>
              <a:t>技术参考：</a:t>
            </a:r>
            <a:br/>
            <a:r>
              <a:t>Decoupled PPO / DAPO+CISPO</a:t>
            </a:r>
            <a:br/>
            <a:r>
              <a:t>Cursor+Meta SSR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2011680"/>
            <a:ext cx="3657600" cy="2743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🟢 行动方向 ② Routing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46888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对应挑战：C2+C3</a:t>
            </a:r>
            <a:br/>
            <a:r>
              <a:t>采集吞吐+推理效率</a:t>
            </a:r>
            <a:br/>
            <a:br/>
            <a:r>
              <a:t>关键能力：</a:t>
            </a:r>
            <a:br/>
            <a:r>
              <a:t>· KV cache共享/迁移</a:t>
            </a:r>
            <a:br/>
            <a:r>
              <a:t>· HCCS互联优化</a:t>
            </a:r>
            <a:br/>
            <a:r>
              <a:t>· Rollout服务化</a:t>
            </a:r>
            <a:br/>
            <a:br/>
            <a:r>
              <a:t>技术参考：</a:t>
            </a:r>
            <a:br/>
            <a:r>
              <a:t>ProRL Agent / Dynamo</a:t>
            </a:r>
            <a:br/>
            <a:r>
              <a:t>LMCache / Mooncake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011680"/>
            <a:ext cx="3657600" cy="2743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🟠 行动方向 ③ Record 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46888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对应挑战：C6+C7</a:t>
            </a:r>
            <a:br/>
            <a:r>
              <a:t>环境保真+工程可达</a:t>
            </a:r>
            <a:br/>
            <a:r>
              <a:t>⚠️ 行业空白 = 我们的机会</a:t>
            </a:r>
            <a:br/>
            <a:br/>
            <a:r>
              <a:t>我们的能力：</a:t>
            </a:r>
            <a:br/>
            <a:r>
              <a:t>· Ascend精度基线</a:t>
            </a:r>
            <a:br/>
            <a:r>
              <a:t>· 算子自动生成+验证</a:t>
            </a:r>
            <a:br/>
            <a:r>
              <a:t>· RL框架易用性</a:t>
            </a:r>
            <a:br/>
            <a:r>
              <a:t>· Agent hardness工程</a:t>
            </a:r>
            <a:br/>
            <a:br/>
            <a:r>
              <a:t>技术参考：Forge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8"/>
                </a:solidFill>
              </a:defRPr>
            </a:pPr>
            <a:r>
              <a:t>⚪ 横切C5 数值可信：训推一致性 / bf16确定性计算 / 精度基线 — 穿透三层的精度底线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394960"/>
            <a:ext cx="11612880" cy="118872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Agent 时代的竞争，不在谁的模型更大，而在谁的全栈更顺。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F0020"/>
                </a:solidFill>
              </a:defRPr>
            </a:pPr>
            <a:r>
              <a:t>我们的机会：让 NPU 成为客户做 Agentic RL 后训练的最优选择。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